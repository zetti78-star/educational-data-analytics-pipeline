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72659-DB3A-3508-E3F2-6637797C7C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E55918-9A72-74F2-B6CA-8165B22562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356AA9-1DF5-4FD9-2665-C9B3049F9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F3A9-5C09-4DC8-8B4E-7EBAEF4CE03C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9C0558-1728-E891-9CCD-9F0FD161A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E90EA7-593E-67BC-2741-0A94EAFBA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8FDE9-FA1C-402E-82A9-7A7F853AFA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664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292F1-B1B2-F47A-59CE-6A8953B1B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88D185-FC76-3E0D-C05C-12E33EB7F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9D0921-1696-59F6-C8D7-CEBF3180D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F3A9-5C09-4DC8-8B4E-7EBAEF4CE03C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6F45E9-14B9-F7BB-761B-08BFE91C1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013831-34FF-1709-1067-4AD63ABE3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8FDE9-FA1C-402E-82A9-7A7F853AFA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271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182425-D37A-F180-8639-012C1AF7B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4F9929-71E1-6C6F-C387-DC452E2C1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B3DBB1-5F2D-D7A2-89DF-46A0DC803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F3A9-5C09-4DC8-8B4E-7EBAEF4CE03C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B9FBBC-AB14-EFDC-D208-B3B415098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3502A8-8D72-C0B7-FB0F-46045EF00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8FDE9-FA1C-402E-82A9-7A7F853AFA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77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0E402-0417-2B57-5799-8FE42087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514161-34B2-B46B-16F8-BC400B93D6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A91049-82CD-0F0D-9AA0-E0C8DA59A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84E6CC-62FB-5742-665F-5EAE01C22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F3A9-5C09-4DC8-8B4E-7EBAEF4CE03C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6D4ACA-4CBC-9556-D627-CCFC91384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53E9FAC-47EA-9DF7-303F-B61C84A80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8FDE9-FA1C-402E-82A9-7A7F853AFA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8988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A8EBE-EA4B-04C3-AFB2-66651EEAD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35E222-51DF-4E3F-6444-37720BEB7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246D5E-0826-D7D0-14BE-00443CA5B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217B2D7-83F6-375E-F755-06FC6046C2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204366C-E5A0-EE86-51DB-E62B2BDF2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052098-DD4E-6CE7-9102-A16026D2C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F3A9-5C09-4DC8-8B4E-7EBAEF4CE03C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CBD0364-B52D-00A0-AE05-8822BD115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7C69BD4-A45C-B241-468D-445A0286F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8FDE9-FA1C-402E-82A9-7A7F853AFA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6051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B08F9D-3DC4-70BB-8083-CAE913E26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92672F1-A370-6428-12D8-B5EEADA00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F3A9-5C09-4DC8-8B4E-7EBAEF4CE03C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0C98744-25DF-CFDA-CFDC-F6BB4BE0B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6C664AC-B67F-7DD5-E1AB-E99A37372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8FDE9-FA1C-402E-82A9-7A7F853AFA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4905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80FB74F-5FFB-1658-C0F9-4AC74EA98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F3A9-5C09-4DC8-8B4E-7EBAEF4CE03C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F2BE9CF-C490-24EA-D398-6D32E7EA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B8FDC7-07C9-7BCC-08A5-B5229CD7A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8FDE9-FA1C-402E-82A9-7A7F853AFA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9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C5BC1-6C12-A993-7429-441D6EDA5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B3F6B7-6744-B796-100A-853F316C6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B8034C9-E929-49E4-CE78-C88D56151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BDDA97-16D6-0501-78FE-D392CB20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F3A9-5C09-4DC8-8B4E-7EBAEF4CE03C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7CCB2A-24D6-E421-F472-B7BCA309B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5AF169-6140-B32D-5FA8-6FF29D3A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8FDE9-FA1C-402E-82A9-7A7F853AFA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4447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D9B510-A6C7-34DB-E9EF-A48AE66A1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F87315F-B84D-EBE6-4094-9E7431305C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53C6C9-6401-FB19-DBA8-B83F50EE0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6C8B03-CE6C-33A7-76DA-C81F44DB0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F3A9-5C09-4DC8-8B4E-7EBAEF4CE03C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6B06C5A-6F3A-566D-40EF-2FB93E19F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6A754AF-59CE-A3CA-9F32-91A5BB997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8FDE9-FA1C-402E-82A9-7A7F853AFA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255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2A2A8-17B7-5B0D-E394-775853434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AFD402-940D-9615-07C1-7B7774766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458E3D-BEB0-8A9B-1F2A-68910F676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F3A9-5C09-4DC8-8B4E-7EBAEF4CE03C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C8CE7F-81D1-E75E-9F80-412B00069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3B7D95-FCC7-4EA5-E2B1-0AB2BD188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8FDE9-FA1C-402E-82A9-7A7F853AFA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2527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809501-0AEF-9E02-B362-D8AE3386B6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FA57249-BB3E-C682-DD36-F21684BA5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25EE4D-6EF4-6CAF-C31D-CAE660C83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F3A9-5C09-4DC8-8B4E-7EBAEF4CE03C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E4F18F-D854-8C2A-FDF5-8B6AF5FA2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B84F3F-DA12-3223-2DE2-0439B2BD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8FDE9-FA1C-402E-82A9-7A7F853AFA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373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31CCF53-0169-7970-7AE8-A5380A309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9F7770-05B6-68F9-09E5-214466E2F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EE5A99-527D-6CED-8CCE-B1E85B2D0E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33F3A9-5C09-4DC8-8B4E-7EBAEF4CE03C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186019-AA3B-0F6F-3243-5FBD87A787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581582-7ED0-6E15-3F86-EC2C653AE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08FDE9-FA1C-402E-82A9-7A7F853AFAE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671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30A85DC-153D-B91C-3C63-878B2815D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1888"/>
            <a:ext cx="12192000" cy="511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27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Eber Seraphim de Cristo Rocha</dc:creator>
  <cp:lastModifiedBy>Eber Seraphim de Cristo Rocha</cp:lastModifiedBy>
  <cp:revision>1</cp:revision>
  <dcterms:created xsi:type="dcterms:W3CDTF">2026-04-06T18:39:30Z</dcterms:created>
  <dcterms:modified xsi:type="dcterms:W3CDTF">2026-04-06T18:42:38Z</dcterms:modified>
</cp:coreProperties>
</file>