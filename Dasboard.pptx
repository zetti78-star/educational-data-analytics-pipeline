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41A0D-9376-8CBC-526B-17FFBF941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186C3E-93A1-F083-94B9-253882E15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2E0EE7-B0ED-F32F-61FE-C2B46CF96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58B1-C2E2-433D-935E-315857C04BD5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4D4E60-211F-0E50-52B4-A60C6594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058996-7005-5EA0-A594-9365E1B03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0324-3B5B-4264-9AD3-5B8463F9F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8816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F4323-6A17-8BC8-0B67-B7B728758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314E78-6B71-6660-75FB-8F009F31B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55BC0B-E280-A088-F1C1-12721EAC6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58B1-C2E2-433D-935E-315857C04BD5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54FCF5-079A-39C6-6021-99E16D00D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5F9630-BBF3-5196-80FA-2ADD3551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0324-3B5B-4264-9AD3-5B8463F9F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2657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DF280-5785-99BC-563D-15703C06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684CB4-6D53-07F8-62B4-3D9B268B9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1F653C-9DA8-5C2D-4E38-AC967427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58B1-C2E2-433D-935E-315857C04BD5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98B666-5449-3F08-087F-0FF7571AA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928471-2C9A-D70F-F9B7-C8B8DB2E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0324-3B5B-4264-9AD3-5B8463F9F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915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83FB8-A1FA-C0DB-5B1C-9BB9F8389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CF4E75-9B42-DBE2-64C7-C115E7518F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2B6ABC-DDCB-121C-E3E3-D5A7E2218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9288C6-2866-8DF7-A252-C40C500E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58B1-C2E2-433D-935E-315857C04BD5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F8584A-F060-ED6B-3515-8AC6E3905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5244E7-CE59-9A19-A659-9C6D86EF8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0324-3B5B-4264-9AD3-5B8463F9F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722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E76C9-674C-8DFE-EBD9-8275B913F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5EE76F-B104-1006-95CE-93A8DAB00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92FA6C-DF3E-8EBF-9D81-FD9105307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DC6DACC-2E66-FC8D-9C37-12D76D1FC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15C6047-B5AC-E81E-3CD7-07959917E8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38B5E4C-0543-2959-53FB-BBFFCAF18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58B1-C2E2-433D-935E-315857C04BD5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2C9E81F-4A1C-C467-9ECF-EB6B30390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CC4B100-AE3F-E4D7-A91C-B3E304320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0324-3B5B-4264-9AD3-5B8463F9F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981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C0DB9-CC72-E675-8B4F-209EF3C97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590A03F-AD88-4A68-0927-4B23179A4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58B1-C2E2-433D-935E-315857C04BD5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78CCD8E-62F3-76AE-14D4-AB0EF3FED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5FA9F7C-B3A3-9AC2-5E1A-90837C23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0324-3B5B-4264-9AD3-5B8463F9F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0035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63493D1-521C-062C-67E6-52A021887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58B1-C2E2-433D-935E-315857C04BD5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952BB77-D0F6-780B-ADD7-491588B7E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F3F517-13A3-D800-10D1-E8B386CA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0324-3B5B-4264-9AD3-5B8463F9F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973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78471-95CD-F850-E43D-31716CA8E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F58127-FA60-02DE-76C0-F9C3A5808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6E5F5AB-338A-4D98-86B9-57F8C9326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DF15B5-CB81-E7D5-81E7-286C1B38C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58B1-C2E2-433D-935E-315857C04BD5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39207D-9CEA-2DDB-BAFD-D0FC1BAD5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A09A2A-A6F5-885B-CBB5-58C44726B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0324-3B5B-4264-9AD3-5B8463F9F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076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4A669-E213-01C2-9CDD-43A62192E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5AD1A81-789C-1147-06FB-8BC3FB1D51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48CFA86-5353-7FEB-57BF-532CEDEC1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54E1C9-C560-B54F-C0DE-918BA7549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58B1-C2E2-433D-935E-315857C04BD5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5174C2-A0CC-EF6C-0EE8-13CF5C33C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0A3087-1531-F9D9-F20B-7D973F32F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0324-3B5B-4264-9AD3-5B8463F9F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404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E9AE3-B05F-4340-4461-99BCB484F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A7D2B8-FD07-C08A-7BB4-B03992F68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77AA17-CB2A-B3CD-0C08-B0D4964A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58B1-C2E2-433D-935E-315857C04BD5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9B1B4-A67D-C451-B784-B67566174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D4B7F3-4CC5-4D22-9966-F977908FD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0324-3B5B-4264-9AD3-5B8463F9F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7464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B04779-76F1-AB40-CE30-4070919659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D890F20-913F-3735-3ABB-264BD68D4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D180F1-3FCF-2071-D934-5852F2FA7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58B1-C2E2-433D-935E-315857C04BD5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15A5DA-FC3F-2BBD-68C7-FF63EF37A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485529-B300-E6E8-E352-677A5B703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0324-3B5B-4264-9AD3-5B8463F9F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3163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EC8FA78-6F5E-3898-2F56-42C1D2A44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E960C5-98A8-33E8-7323-18A74F272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904547-8072-4794-4BDC-3892AEAFE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C58B1-C2E2-433D-935E-315857C04BD5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3D95DE-3643-490B-4A9C-920548547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B46460-AFC7-37A2-0368-B417FA82F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00324-3B5B-4264-9AD3-5B8463F9F2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755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71A648C-E8CE-3515-A494-293CF049C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70890"/>
            <a:ext cx="10905066" cy="531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116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BF4F53F-2237-3F40-6C4D-2FFC5EDFF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47986"/>
            <a:ext cx="10905066" cy="436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9214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Eber Seraphim de Cristo Rocha</dc:creator>
  <cp:lastModifiedBy>Eber Seraphim de Cristo Rocha</cp:lastModifiedBy>
  <cp:revision>1</cp:revision>
  <dcterms:created xsi:type="dcterms:W3CDTF">2026-04-06T18:19:27Z</dcterms:created>
  <dcterms:modified xsi:type="dcterms:W3CDTF">2026-04-06T18:34:25Z</dcterms:modified>
</cp:coreProperties>
</file>